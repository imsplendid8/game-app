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소개보다 ‘어떤 결정을 AI에게 맡기고, 무엇을 사람이 확정했는가’에 초점을 맞춘다.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좋은 결과의 출발은 긴 아이디어가 아니라 우선순위가 드러나는 제약 조건이었다.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AI가 제안한 수치를 그대로 믿기보다 충돌 조건과 도달 가능성을 사람이 검증해야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48px 아바타에서도 실루엣이 읽히는지가 디테일의 화려함보다 중요하다.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산출물을 한 번에 완성했다고 보기보다, 구조 검증과 취향 검증을 분리한 두 번째 반복이 필요하다는 점으로 마무리한다.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3A2C5A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840480"/>
            <a:ext cx="4572000" cy="4572000"/>
          </a:xfrm>
          <a:prstGeom prst="ellipse">
            <a:avLst/>
          </a:prstGeom>
          <a:solidFill>
            <a:srgbClr val="3A2C5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11680"/>
            <a:ext cx="2834640" cy="283464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user/game-app/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121408"/>
            <a:ext cx="2615184" cy="2615184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4023360" y="15544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스터디 · PRODUCT PLANNING CASE STUDY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986784" y="187452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신입사원 김넵 키우기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023360" y="27889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4D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함께 5분짜리 선택형 게임을 기획한 방법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023360" y="3246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AE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퀴즈를 넘어, 다시 누르고 싶은 직장 메신저 시트콤으로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023360" y="39776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3A2C5A"/>
          </a:solidFill>
          <a:ln/>
        </p:spPr>
      </p:sp>
      <p:sp>
        <p:nvSpPr>
          <p:cNvPr id="11" name="Text 8"/>
          <p:cNvSpPr/>
          <p:nvPr/>
        </p:nvSpPr>
        <p:spPr>
          <a:xfrm>
            <a:off x="4023360" y="39776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D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스터디 내부 공유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46520" y="397764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3A2C5A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39776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D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 planning case study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시작점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문장과 11개 산출물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502152" cy="3794760"/>
          </a:xfrm>
          <a:prstGeom prst="roundRect">
            <a:avLst>
              <a:gd name="adj" fmla="val 3133"/>
            </a:avLst>
          </a:prstGeom>
          <a:solidFill>
            <a:srgbClr val="FFE3EE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56232"/>
            <a:ext cx="457200" cy="457200"/>
          </a:xfrm>
          <a:prstGeom prst="ellipse">
            <a:avLst/>
          </a:prstGeom>
          <a:solidFill>
            <a:srgbClr val="FF6F9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89888" y="185623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7824" y="2560320"/>
            <a:ext cx="2880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회사의 애매한 표현을 해석하는 신입사원 시뮬레이션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웹 · 5분 · 문제 15개 · 엔딩 4개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서버·회원가입·AI API 없이 먼저 완주 가능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502152" cy="3794760"/>
          </a:xfrm>
          <a:prstGeom prst="roundRect">
            <a:avLst>
              <a:gd name="adj" fmla="val 3133"/>
            </a:avLst>
          </a:prstGeom>
          <a:solidFill>
            <a:srgbClr val="EFE8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1856232"/>
            <a:ext cx="457200" cy="457200"/>
          </a:xfrm>
          <a:prstGeom prst="ellipse">
            <a:avLst/>
          </a:prstGeom>
          <a:solidFill>
            <a:srgbClr val="9B7CF6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66360" y="185623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산출물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54296" y="2560320"/>
            <a:ext cx="2880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PRD, 게임 규칙, 데이터 구조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체크리스트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프롬프트까지 한 번에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19872" y="1600200"/>
            <a:ext cx="3502152" cy="3794760"/>
          </a:xfrm>
          <a:prstGeom prst="roundRect">
            <a:avLst>
              <a:gd name="adj" fmla="val 3133"/>
            </a:avLst>
          </a:prstGeom>
          <a:solidFill>
            <a:srgbClr val="E3F2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1856232"/>
            <a:ext cx="457200" cy="457200"/>
          </a:xfrm>
          <a:prstGeom prst="ellipse">
            <a:avLst/>
          </a:prstGeom>
          <a:solidFill>
            <a:srgbClr val="5CB8F5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942832" y="185623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제약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30768" y="2560320"/>
            <a:ext cx="2880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인물·회사·부서명 금지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비개발자가 이후 Claude Code로 구현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기능을 과도하게 늘리지 않기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66928" y="562356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결과의 출발은 긴 아이디어가 아니라, 우선순위가 드러나는 제약 조건이었다.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기획 순서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재미보다 먼저, ‘완주 구조’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837944"/>
            <a:ext cx="457200" cy="457200"/>
          </a:xfrm>
          <a:prstGeom prst="ellipse">
            <a:avLst/>
          </a:prstGeom>
          <a:solidFill>
            <a:srgbClr val="FF6F9C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35608" y="17830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 약속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10128" y="17830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안에 수습평가까지 간다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551176"/>
            <a:ext cx="67665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" y="2697480"/>
            <a:ext cx="457200" cy="457200"/>
          </a:xfrm>
          <a:prstGeom prst="ellipse">
            <a:avLst/>
          </a:prstGeom>
          <a:solidFill>
            <a:srgbClr val="9B7CF6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35608" y="264261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 루프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10128" y="264261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→ 선택 → 즉시 후폭풍 → 수치 변화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410712"/>
            <a:ext cx="67665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" y="3557016"/>
            <a:ext cx="457200" cy="457200"/>
          </a:xfrm>
          <a:prstGeom prst="ellipse">
            <a:avLst/>
          </a:prstGeom>
          <a:solidFill>
            <a:srgbClr val="5CB8F5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35608" y="350215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구조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10128" y="350215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3문제 × 5일 = 15문제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4270248"/>
            <a:ext cx="67665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6384" y="4416552"/>
            <a:ext cx="457200" cy="457200"/>
          </a:xfrm>
          <a:prstGeom prst="ellipse">
            <a:avLst/>
          </a:prstGeom>
          <a:solidFill>
            <a:srgbClr val="24B892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35608" y="436168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10128" y="436168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리포트와 최종 엔딩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5129784"/>
            <a:ext cx="67665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6384" y="5276088"/>
            <a:ext cx="457200" cy="457200"/>
          </a:xfrm>
          <a:prstGeom prst="ellipse">
            <a:avLst/>
          </a:prstGeom>
          <a:solidFill>
            <a:srgbClr val="E8942F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35608" y="522122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310128" y="522122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직후 localStorage 저장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699248" y="1691640"/>
            <a:ext cx="3922776" cy="4160520"/>
          </a:xfrm>
          <a:prstGeom prst="roundRect">
            <a:avLst>
              <a:gd name="adj" fmla="val 2797"/>
            </a:avLst>
          </a:prstGeom>
          <a:solidFill>
            <a:srgbClr val="EFE8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973568" y="1920240"/>
            <a:ext cx="3374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7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순서인가?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973568" y="2468880"/>
            <a:ext cx="337413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화면이나 캐릭터부터 정하면 기능이 늘어난다.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한 판의 시작·반복·종료를 고정하면, ‘무엇을 만들지’보다 ‘무엇을 버릴지’가 선명해진다.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역할 분담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확정한 결정 vs AI가 확장한 영역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298948" cy="3063240"/>
          </a:xfrm>
          <a:prstGeom prst="roundRect">
            <a:avLst>
              <a:gd name="adj" fmla="val 3582"/>
            </a:avLst>
          </a:prstGeom>
          <a:solidFill>
            <a:srgbClr val="FFE3EE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1874520"/>
            <a:ext cx="46588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확정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86968" y="2514600"/>
            <a:ext cx="465886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· 15문제 · 4엔딩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능력치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서버와 실제 AI 제외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회사명 금지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범위를 늘리지 않기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23076" y="1645920"/>
            <a:ext cx="5298948" cy="3063240"/>
          </a:xfrm>
          <a:prstGeom prst="roundRect">
            <a:avLst>
              <a:gd name="adj" fmla="val 3582"/>
            </a:avLst>
          </a:prstGeom>
          <a:solidFill>
            <a:srgbClr val="EFE8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43116" y="1874520"/>
            <a:ext cx="46588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7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초안을 확장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43116" y="2514600"/>
            <a:ext cx="465886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화면별 세부 구성요소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상태 필드와 예외 흐름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계산식과 경계값 후보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문항 소재와 결과 문구 후보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순서와 검수 항목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4937760"/>
            <a:ext cx="11055096" cy="1051560"/>
          </a:xfrm>
          <a:prstGeom prst="roundRect">
            <a:avLst>
              <a:gd name="adj" fmla="val 10435"/>
            </a:avLst>
          </a:prstGeom>
          <a:solidFill>
            <a:srgbClr val="2B2440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32688" y="4937760"/>
            <a:ext cx="10323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 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빈칸을 빠르게 채우고, 사람은 취향·윤리·우선순위·최종 범위를 결정한다.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첫 기획의 문제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완성도와 재미는 다르다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298948" cy="3063240"/>
          </a:xfrm>
          <a:prstGeom prst="roundRect">
            <a:avLst>
              <a:gd name="adj" fmla="val 3582"/>
            </a:avLst>
          </a:prstGeom>
          <a:solidFill>
            <a:srgbClr val="E1F5E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1874520"/>
            <a:ext cx="46588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B8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잘된 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86968" y="2514600"/>
            <a:ext cx="465886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화면·규칙·저장·엔딩이 연결된 완결된 사양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개발자가 임의로 결정할 부분이 적음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AI 없이도 동작하는 구조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23076" y="1645920"/>
            <a:ext cx="5298948" cy="3063240"/>
          </a:xfrm>
          <a:prstGeom prst="roundRect">
            <a:avLst>
              <a:gd name="adj" fmla="val 3582"/>
            </a:avLst>
          </a:prstGeom>
          <a:solidFill>
            <a:srgbClr val="FFF1DD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43116" y="1874520"/>
            <a:ext cx="46588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4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아쉬운 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43116" y="2514600"/>
            <a:ext cx="465886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문항 제목이 교육 체크리스트처럼 보여 결과가 예상됨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최선 선택지만 유난히 길고 완벽해 보일 위험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캐릭터가 정적인 아바타 수준이라 고유 실루엣이 없음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4937760"/>
            <a:ext cx="11055096" cy="1051560"/>
          </a:xfrm>
          <a:prstGeom prst="roundRect">
            <a:avLst>
              <a:gd name="adj" fmla="val 10435"/>
            </a:avLst>
          </a:prstGeom>
          <a:solidFill>
            <a:srgbClr val="2B2440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32688" y="4937760"/>
            <a:ext cx="10323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교훈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논리적 사양 검증과 감정적 플레이테스트는 별개의 단계다.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리프레시 원칙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예절 퀴즈 → 선택형 시트콤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497890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28800"/>
            <a:ext cx="4430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구조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2194560"/>
            <a:ext cx="4430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 설명 → 올바른 답 찾기 → 교훈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637276" y="1645920"/>
            <a:ext cx="914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643116" y="1645920"/>
            <a:ext cx="4978908" cy="1371600"/>
          </a:xfrm>
          <a:prstGeom prst="roundRect">
            <a:avLst>
              <a:gd name="adj" fmla="val 8000"/>
            </a:avLst>
          </a:prstGeom>
          <a:solidFill>
            <a:srgbClr val="FFE3EE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17436" y="1828800"/>
            <a:ext cx="4430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구조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17436" y="2194560"/>
            <a:ext cx="4430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3초 훅 → 애매한 회사어 → 서로 다른 유혹 → 짧은 후폭풍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66928" y="32918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문항을 재미있게 만드는 세 장치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3749040"/>
            <a:ext cx="3502152" cy="1874520"/>
          </a:xfrm>
          <a:prstGeom prst="roundRect">
            <a:avLst>
              <a:gd name="adj" fmla="val 5854"/>
            </a:avLst>
          </a:prstGeom>
          <a:solidFill>
            <a:srgbClr val="EFE8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005072"/>
            <a:ext cx="420624" cy="420624"/>
          </a:xfrm>
          <a:prstGeom prst="ellipse">
            <a:avLst/>
          </a:prstGeom>
          <a:solidFill>
            <a:srgbClr val="9B7CF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44168" y="3986784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디테일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59536" y="4617720"/>
            <a:ext cx="2916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5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‘읽음 1’, ‘입력 중…’, 17:47, 최종_진짜최종 같은 실제 메신저 질감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43400" y="3749040"/>
            <a:ext cx="3502152" cy="1874520"/>
          </a:xfrm>
          <a:prstGeom prst="roundRect">
            <a:avLst>
              <a:gd name="adj" fmla="val 5854"/>
            </a:avLst>
          </a:prstGeom>
          <a:solidFill>
            <a:srgbClr val="E3F2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99432" y="4005072"/>
            <a:ext cx="420624" cy="420624"/>
          </a:xfrm>
          <a:prstGeom prst="ellipse">
            <a:avLst/>
          </a:prstGeom>
          <a:solidFill>
            <a:srgbClr val="5CB8F5"/>
          </a:solidFill>
          <a:ln/>
        </p:spPr>
      </p:sp>
      <p:sp>
        <p:nvSpPr>
          <p:cNvPr id="19" name="Text 17"/>
          <p:cNvSpPr/>
          <p:nvPr/>
        </p:nvSpPr>
        <p:spPr>
          <a:xfrm>
            <a:off x="4599432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20640" y="3986784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감정에서 출발한 선택지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636008" y="4617720"/>
            <a:ext cx="2916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5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황당하지만 누구나 느껴본 감정에서 시작하는 답들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119872" y="3749040"/>
            <a:ext cx="3502152" cy="1874520"/>
          </a:xfrm>
          <a:prstGeom prst="roundRect">
            <a:avLst>
              <a:gd name="adj" fmla="val 5854"/>
            </a:avLst>
          </a:prstGeom>
          <a:solidFill>
            <a:srgbClr val="E1F5E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75904" y="4005072"/>
            <a:ext cx="420624" cy="420624"/>
          </a:xfrm>
          <a:prstGeom prst="ellipse">
            <a:avLst/>
          </a:prstGeom>
          <a:solidFill>
            <a:srgbClr val="24B892"/>
          </a:solidFill>
          <a:ln/>
        </p:spPr>
      </p:sp>
      <p:sp>
        <p:nvSpPr>
          <p:cNvPr id="24" name="Text 22"/>
          <p:cNvSpPr/>
          <p:nvPr/>
        </p:nvSpPr>
        <p:spPr>
          <a:xfrm>
            <a:off x="8375904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897112" y="3986784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 차이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412480" y="4617720"/>
            <a:ext cx="2916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5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정답/오답 대신 센스·무난·아쉬움·위험의 4단계 결과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감정 곡선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15문제는 유지, 한 주의 서사에 얹다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47088" y="1261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테마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64608" y="12618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에피소드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11055096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178308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FF6F9C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830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801368" y="164592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첫인상과 말투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18888" y="1645920"/>
            <a:ext cx="6620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단톡방 99+, ‘네넵넵!’ 과다 복용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432304"/>
            <a:ext cx="11055096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2569464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9B7CF6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56946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801368" y="243230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불확실성 버티기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18888" y="2432304"/>
            <a:ext cx="6620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잠깐 이야기, 회의 자동 끄덕임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3218688"/>
            <a:ext cx="11055096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3355848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5CB8F5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35584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801368" y="321868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애매한 요청 구체화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18888" y="3218688"/>
            <a:ext cx="6620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수정, 임팩트 버튼, ‘읽음 1’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66928" y="4005072"/>
            <a:ext cx="11055096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" y="4142232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24B892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414223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801368" y="400507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책임과 우선순위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18888" y="4005072"/>
            <a:ext cx="6620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속 범인, 마감 두 개, 약어 왕국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66928" y="4791456"/>
            <a:ext cx="11055096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9808" y="4928616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E8942F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492861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801368" y="479145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관계와 퇴근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18888" y="4791456"/>
            <a:ext cx="6620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아무거나 점심, 17:47 알림, 수습 회고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66928" y="562356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8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포인트 — 학습 항목을 나열하지 않고 ‘월요일의 긴장 → 금요일의 평가’라는 서사에 얹었다.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캐릭터 리프레시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회사원이 아니라 ‘메신저 생명체’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EFE8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pic>
        <p:nvPicPr>
          <p:cNvPr id="5" name="Image 0" descr="/home/user/game-app/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965960"/>
            <a:ext cx="2651760" cy="265176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4709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9B7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메신저 이모지가 살아 움직이는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9B7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말랑한 신입사원 생존 코미디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44568" y="1783080"/>
            <a:ext cx="707745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2.5등신 젤리 실루엣 · 둥근 사각형 얼굴</a:t>
            </a:r>
            <a:endParaRPr lang="en-US" sz="1450" dirty="0"/>
          </a:p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감정에 따라 N, !, ?, 배터리로 변하는 안테나</a:t>
            </a:r>
            <a:endParaRPr lang="en-US" sz="1450" dirty="0"/>
          </a:p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라임 후드 · 네이비 사원증 스트랩</a:t>
            </a:r>
            <a:endParaRPr lang="en-US" sz="1450" dirty="0"/>
          </a:p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점눈 · 한 줄 입 · 로딩 점(…) 눈물</a:t>
            </a:r>
            <a:endParaRPr lang="en-US" sz="1450" dirty="0"/>
          </a:p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잉크 네이비·라임·민트·코랄·크림의 5색 체계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544568" y="4526280"/>
            <a:ext cx="7077456" cy="868680"/>
          </a:xfrm>
          <a:prstGeom prst="roundRect">
            <a:avLst>
              <a:gd name="adj" fmla="val 12632"/>
            </a:avLst>
          </a:prstGeom>
          <a:solidFill>
            <a:srgbClr val="FFF1DD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18888" y="4526280"/>
            <a:ext cx="6528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894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 않는 것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5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검정 정장·넥타이, 빌딩 숲, 상승 화살표, 기업용 스톡 벡터, 기존 캐릭터 모방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밸런스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규칙은 단순하게, 결과는 풍부하게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67665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883664"/>
            <a:ext cx="420624" cy="420624"/>
          </a:xfrm>
          <a:prstGeom prst="ellipse">
            <a:avLst/>
          </a:prstGeom>
          <a:solidFill>
            <a:srgbClr val="E1F5E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B8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35608" y="1737360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능력치 5개 모두 50에서 시작, 항상 0~100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578608"/>
            <a:ext cx="67665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86384" y="2724912"/>
            <a:ext cx="420624" cy="420624"/>
          </a:xfrm>
          <a:prstGeom prst="ellipse">
            <a:avLst/>
          </a:prstGeom>
          <a:solidFill>
            <a:srgbClr val="E1F5EF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724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B8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35608" y="2578608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한 번의 변화량은 능력치별 -10 ~ +10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419856"/>
            <a:ext cx="67665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86384" y="3566160"/>
            <a:ext cx="420624" cy="420624"/>
          </a:xfrm>
          <a:prstGeom prst="ellipse">
            <a:avLst/>
          </a:prstGeom>
          <a:solidFill>
            <a:srgbClr val="E1F5EF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566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B8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35608" y="341985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랜덤·콤보·중도 게임오버 없음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261104"/>
            <a:ext cx="67665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86384" y="4407408"/>
            <a:ext cx="420624" cy="420624"/>
          </a:xfrm>
          <a:prstGeom prst="ellipse">
            <a:avLst/>
          </a:prstGeom>
          <a:solidFill>
            <a:srgbClr val="E1F5E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B8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35608" y="426110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선택은 언제나 같은 결과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102352"/>
            <a:ext cx="67665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6384" y="5248656"/>
            <a:ext cx="420624" cy="420624"/>
          </a:xfrm>
          <a:prstGeom prst="ellipse">
            <a:avLst/>
          </a:prstGeom>
          <a:solidFill>
            <a:srgbClr val="E1F5EF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5248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B8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35608" y="510235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엔딩은 위에서 아래로 최초 일치 조건 하나 적용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99248" y="1737360"/>
            <a:ext cx="3922776" cy="4114800"/>
          </a:xfrm>
          <a:prstGeom prst="roundRect">
            <a:avLst>
              <a:gd name="adj" fmla="val 2797"/>
            </a:avLst>
          </a:prstGeom>
          <a:solidFill>
            <a:srgbClr val="FFE3EE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973568" y="1965960"/>
            <a:ext cx="3374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왜?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973568" y="2514600"/>
            <a:ext cx="337413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게임에서 재미는 복잡한 수식이 아니라 ‘선택의 맥락 + 즉시 보이는 후폭풍’에서 나온다.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규칙은 밸런스 검증과 AI 생성 콘텐츠 검수도 쉽게 만든다.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· 확장 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연결은 ‘기능’이 아니라 ‘경계’부터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298948" cy="3017520"/>
          </a:xfrm>
          <a:prstGeom prst="roundRect">
            <a:avLst>
              <a:gd name="adj" fmla="val 3636"/>
            </a:avLst>
          </a:prstGeom>
          <a:solidFill>
            <a:srgbClr val="E3F2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196596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5CB8F5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19659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(지금)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86968" y="2606040"/>
            <a:ext cx="46588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문제 데이터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localStorage 진행 저장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기반 localAnalyzer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23076" y="1691640"/>
            <a:ext cx="5298948" cy="3017520"/>
          </a:xfrm>
          <a:prstGeom prst="roundRect">
            <a:avLst>
              <a:gd name="adj" fmla="val 3636"/>
            </a:avLst>
          </a:prstGeom>
          <a:solidFill>
            <a:srgbClr val="EFE8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43116" y="196596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9B7CF6"/>
          </a:solidFill>
          <a:ln/>
        </p:spPr>
      </p:sp>
      <p:sp>
        <p:nvSpPr>
          <p:cNvPr id="10" name="Text 8"/>
          <p:cNvSpPr/>
          <p:nvPr/>
        </p:nvSpPr>
        <p:spPr>
          <a:xfrm>
            <a:off x="6643116" y="19659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43116" y="2606040"/>
            <a:ext cx="46588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GameAnalysis 형태를 반환하는 openAiAnalyzer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컴포넌트는 분석 방식·API를 모름</a:t>
            </a:r>
            <a:endParaRPr lang="en-US" sz="1350" dirty="0"/>
          </a:p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키는 브라우저·저장 데이터에 두지 않음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937760"/>
            <a:ext cx="11055096" cy="1051560"/>
          </a:xfrm>
          <a:prstGeom prst="roundRect">
            <a:avLst>
              <a:gd name="adj" fmla="val 10435"/>
            </a:avLst>
          </a:prstGeom>
          <a:solidFill>
            <a:srgbClr val="2B2440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32688" y="4937760"/>
            <a:ext cx="10323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교훈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쓰지 않을 API를 미리 구현하지 말고, 나중에 교체할 접점만 작게 만든다.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· 검증 루프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문서도 테스트한다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502152" cy="3703320"/>
          </a:xfrm>
          <a:prstGeom prst="roundRect">
            <a:avLst>
              <a:gd name="adj" fmla="val 3133"/>
            </a:avLst>
          </a:prstGeom>
          <a:solidFill>
            <a:srgbClr val="FFE3EE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9536" y="1929384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검증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77824" y="2560320"/>
            <a:ext cx="2880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✓"/>
            </a:pPr>
            <a:r>
              <a:rPr lang="en-US" sz="128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요청한 11개 장이 모두 있는가?</a:t>
            </a:r>
            <a:endParaRPr lang="en-US" sz="128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✓"/>
            </a:pPr>
            <a:r>
              <a:rPr lang="en-US" sz="128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15문제·4엔딩·5능력치가 서로 모순되지 않는가?</a:t>
            </a:r>
            <a:endParaRPr lang="en-US" sz="128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✓"/>
            </a:pPr>
            <a:r>
              <a:rPr lang="en-US" sz="128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복귀·중복 선택 방지가 정의됐는가?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502152" cy="3703320"/>
          </a:xfrm>
          <a:prstGeom prst="roundRect">
            <a:avLst>
              <a:gd name="adj" fmla="val 3133"/>
            </a:avLst>
          </a:prstGeom>
          <a:solidFill>
            <a:srgbClr val="EFE8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36008" y="1929384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9B7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 검증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654296" y="2560320"/>
            <a:ext cx="2880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✓"/>
            </a:pPr>
            <a:r>
              <a:rPr lang="en-US" sz="128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두 문장에 장면이 보이는가?</a:t>
            </a:r>
            <a:endParaRPr lang="en-US" sz="128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✓"/>
            </a:pPr>
            <a:r>
              <a:rPr lang="en-US" sz="128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선택지 이상이 실제로 고민되는가?</a:t>
            </a:r>
            <a:endParaRPr lang="en-US" sz="128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✓"/>
            </a:pPr>
            <a:r>
              <a:rPr lang="en-US" sz="128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결과도 보고 싶은가?</a:t>
            </a:r>
            <a:endParaRPr lang="en-US" sz="128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✓"/>
            </a:pPr>
            <a:r>
              <a:rPr lang="en-US" sz="128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조롱 없이 웃긴가?</a:t>
            </a:r>
            <a:endParaRPr lang="en-US" sz="128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✓"/>
            </a:pPr>
            <a:r>
              <a:rPr lang="en-US" sz="128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힌트를 하나 얻는가?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8119872" y="1691640"/>
            <a:ext cx="3502152" cy="3703320"/>
          </a:xfrm>
          <a:prstGeom prst="roundRect">
            <a:avLst>
              <a:gd name="adj" fmla="val 3133"/>
            </a:avLst>
          </a:prstGeom>
          <a:solidFill>
            <a:srgbClr val="E3F2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0" y="1929384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5CB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검증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430768" y="2560320"/>
            <a:ext cx="2880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✓"/>
            </a:pPr>
            <a:r>
              <a:rPr lang="en-US" sz="128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3명 이상이 5점 척도로 평가</a:t>
            </a:r>
            <a:endParaRPr lang="en-US" sz="128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✓"/>
            </a:pPr>
            <a:r>
              <a:rPr lang="en-US" sz="128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3점 미만 문항은 다시 쓴다</a:t>
            </a:r>
            <a:endParaRPr lang="en-US" sz="12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· 실전 템플릿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팀이 바로 써볼 수 있는 프롬프트 패턴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7406640" cy="4160520"/>
          </a:xfrm>
          <a:prstGeom prst="roundRect">
            <a:avLst>
              <a:gd name="adj" fmla="val 2637"/>
            </a:avLst>
          </a:prstGeom>
          <a:solidFill>
            <a:srgbClr val="1E1830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1920240"/>
            <a:ext cx="67665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9D2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역할: 모바일 선택형 게임의 콘텐츠 디자이너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9D2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목표: [문항 수] 유지 + 다시 보고 싶은 시트콤형 문항으로 개선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9D2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고정: 플레이 시간, 능력치, 엔딩 수, 기술 범위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9D2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가능: 훅, 제목, 선택지의 유혹, 결과 리액션, 캐릭터 표현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9D2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금지: 실제 회사명, 특정 집단 조롱, 유행어 의존, 정답만 긴 선택지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9D2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출력: 변경 이유 + 문항표 + 재미 검증 기준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9D2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검수: 조건 충돌, 도달 가능성, 모바일 길이, 다시 선택하고 싶은 정도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47888" y="1691640"/>
            <a:ext cx="3374136" cy="4160520"/>
          </a:xfrm>
          <a:prstGeom prst="roundRect">
            <a:avLst>
              <a:gd name="adj" fmla="val 3252"/>
            </a:avLst>
          </a:prstGeom>
          <a:solidFill>
            <a:srgbClr val="FFE3EE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22208" y="1920240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522208" y="2468880"/>
            <a:ext cx="282549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“재미있게 해줘”만 요청하지 말 것.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유지할 것 · 바꿀 것 · 금지할 것 · 검수 방법을 함께 준다.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41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4572000" cy="4572000"/>
          </a:xfrm>
          <a:prstGeom prst="ellipse">
            <a:avLst/>
          </a:prstGeom>
          <a:solidFill>
            <a:srgbClr val="3A2C5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· 마무리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액션 &amp; 스터디 토론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837944"/>
            <a:ext cx="457200" cy="457200"/>
          </a:xfrm>
          <a:prstGeom prst="ellipse">
            <a:avLst/>
          </a:prstGeom>
          <a:solidFill>
            <a:srgbClr val="FF6F9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25296" y="178308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CE6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기준 시트 1장 → 48px 축소 검수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2606040"/>
            <a:ext cx="457200" cy="457200"/>
          </a:xfrm>
          <a:prstGeom prst="ellipse">
            <a:avLst/>
          </a:prstGeom>
          <a:solidFill>
            <a:srgbClr val="9B7CF6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25296" y="2551176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CE6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15문제의 실제 선택지·결과 문구 작성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66928" y="3374136"/>
            <a:ext cx="457200" cy="457200"/>
          </a:xfrm>
          <a:prstGeom prst="ellipse">
            <a:avLst/>
          </a:prstGeom>
          <a:solidFill>
            <a:srgbClr val="5CB8F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5296" y="3319272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CE6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3인 블라인드 재미 평가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66928" y="4142232"/>
            <a:ext cx="457200" cy="457200"/>
          </a:xfrm>
          <a:prstGeom prst="ellipse">
            <a:avLst/>
          </a:prstGeom>
          <a:solidFill>
            <a:srgbClr val="24B892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25296" y="408736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CE6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최저 점수 문항 3개만 다시 쓰기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66928" y="4910328"/>
            <a:ext cx="457200" cy="457200"/>
          </a:xfrm>
          <a:prstGeom prst="ellipse">
            <a:avLst/>
          </a:prstGeom>
          <a:solidFill>
            <a:srgbClr val="E8942F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25296" y="4855464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CE6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Code로 MVP 구현 후 5분 완주 테스트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040880" y="1783080"/>
            <a:ext cx="4581144" cy="3977640"/>
          </a:xfrm>
          <a:prstGeom prst="roundRect">
            <a:avLst>
              <a:gd name="adj" fmla="val 3218"/>
            </a:avLst>
          </a:prstGeom>
          <a:solidFill>
            <a:srgbClr val="2E2450"/>
          </a:solidFill>
          <a:ln/>
        </p:spPr>
      </p:sp>
      <p:sp>
        <p:nvSpPr>
          <p:cNvPr id="21" name="Text 19"/>
          <p:cNvSpPr/>
          <p:nvPr/>
        </p:nvSpPr>
        <p:spPr>
          <a:xfrm>
            <a:off x="7360920" y="2011680"/>
            <a:ext cx="3941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토론 질문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60920" y="2560320"/>
            <a:ext cx="394106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4D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절대 위임하면 안 되는 결정은?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4D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논리적으로 맞지만 재미없는 AI 결과를 어떻게 빨리 발견할까?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4D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반복에서 무엇을 ‘더 잘 삭제’할까?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2026-08-04T10:46:26Z</dcterms:created>
  <dcterms:modified xsi:type="dcterms:W3CDTF">2026-08-04T10:46:26Z</dcterms:modified>
</cp:coreProperties>
</file>